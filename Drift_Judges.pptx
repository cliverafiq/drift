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36576" cy="36576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377440" y="731520"/>
            <a:ext cx="36576" cy="36576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97680" y="731520"/>
            <a:ext cx="36576" cy="36576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731520"/>
            <a:ext cx="36576" cy="36576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731520"/>
            <a:ext cx="36576" cy="36576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60320"/>
            <a:ext cx="34747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2651760"/>
            <a:ext cx="347472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spc="2400" kern="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focus tracker for deep work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stop thinking, your pod knows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645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Clive Rafiq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StarkHacks 2026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AI &amp; Automation  +  Espressif Smart Home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234440" y="292608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201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drift more than you think.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collapses quietly — minutes before you notice the tab you drifted into.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51760" cy="228600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workday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shallow task-switching that never gets logged.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103120"/>
            <a:ext cx="2651760" cy="228600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10312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331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35204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apps today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actual attention. They measure time in a window.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2651760" cy="228600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10312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331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23m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630936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reset after a slip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cost of a single distraction, before your brain notices.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234440" y="292608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201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Drift does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600200"/>
          </a:xfrm>
          <a:prstGeom prst="rect">
            <a:avLst/>
          </a:prstGeom>
          <a:solidFill>
            <a:srgbClr val="172642"/>
          </a:solidFill>
          <a:ln w="635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5448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passively measures your attention in real time, </a:t>
            </a:r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it with a hardware pod on your desk</a:t>
            </a:r>
            <a:pPr indent="0" marL="0">
              <a:buNone/>
            </a:pPr>
            <a:r>
              <a:rPr lang="en-US" sz="2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pokes you when you slip.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1920240" cy="502920"/>
          </a:xfrm>
          <a:prstGeom prst="roundRect">
            <a:avLst>
              <a:gd name="adj" fmla="val 27273"/>
            </a:avLst>
          </a:prstGeom>
          <a:solidFill>
            <a:srgbClr val="111A2E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3383280"/>
            <a:ext cx="1920240" cy="502920"/>
          </a:xfrm>
          <a:prstGeom prst="roundRect">
            <a:avLst>
              <a:gd name="adj" fmla="val 27273"/>
            </a:avLst>
          </a:prstGeom>
          <a:solidFill>
            <a:srgbClr val="111A2E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383280"/>
            <a:ext cx="1920240" cy="502920"/>
          </a:xfrm>
          <a:prstGeom prst="roundRect">
            <a:avLst>
              <a:gd name="adj" fmla="val 27273"/>
            </a:avLst>
          </a:prstGeom>
          <a:solidFill>
            <a:srgbClr val="111A2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3383280"/>
            <a:ext cx="1920240" cy="502920"/>
          </a:xfrm>
          <a:prstGeom prst="roundRect">
            <a:avLst>
              <a:gd name="adj" fmla="val 27273"/>
            </a:avLst>
          </a:prstGeom>
          <a:solidFill>
            <a:srgbClr val="111A2E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 signal streams, continuously fused into a single Focus number.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234440" y="292608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201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signal flows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sensors → one scoring engine → two output surfaces.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377440" cy="8686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keydown events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50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WPM · pauses · backspace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2263140"/>
            <a:ext cx="9601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788920"/>
            <a:ext cx="2377440" cy="8686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88920"/>
            <a:ext cx="54864" cy="8686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0906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468pt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310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· blink · expression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3223260"/>
            <a:ext cx="960120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3749040"/>
            <a:ext cx="2377440" cy="8686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49040"/>
            <a:ext cx="54864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pod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0507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USB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270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· ambient light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4183380"/>
            <a:ext cx="96012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429000" y="2011680"/>
            <a:ext cx="2286000" cy="2468880"/>
          </a:xfrm>
          <a:prstGeom prst="rect">
            <a:avLst/>
          </a:prstGeom>
          <a:solidFill>
            <a:srgbClr val="17264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290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FUSION ENGINE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11880" y="2468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baseline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state-weighted mean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trajectory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· fatigue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15000" y="2628900"/>
            <a:ext cx="77724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92240" y="2194560"/>
            <a:ext cx="2286000" cy="8686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219456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25786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cards · timeline · prompts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15000" y="4046220"/>
            <a:ext cx="77724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492240" y="3611880"/>
            <a:ext cx="2286000" cy="8686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3611880"/>
            <a:ext cx="54864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feedback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75120" y="3995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mirror · piezo nag-loop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inference local · no server · no cloud · no WiFi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234440" y="292608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201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hardware in the feedback loop, not just a display.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206240" cy="265176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2697480"/>
            <a:ext cx="914400" cy="914400"/>
          </a:xfrm>
          <a:prstGeom prst="rect">
            <a:avLst/>
          </a:prstGeom>
          <a:solidFill>
            <a:srgbClr val="172642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116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KY-037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94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201168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0116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379476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794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2286000"/>
            <a:ext cx="54864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4069080"/>
            <a:ext cx="548640" cy="-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2788920"/>
            <a:ext cx="365760" cy="-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3566160"/>
            <a:ext cx="365760" cy="365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72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 &lt;-&gt;  Chrome  (WebSerial)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1874520"/>
            <a:ext cx="3794760" cy="603504"/>
          </a:xfrm>
          <a:prstGeom prst="rect">
            <a:avLst/>
          </a:prstGeom>
          <a:solidFill>
            <a:srgbClr val="111A2E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1874520"/>
            <a:ext cx="54864" cy="6035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&lt;noise&gt;,&lt;light&gt;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2167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every 500 ms, 0–4095 each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2569464"/>
            <a:ext cx="3794760" cy="603504"/>
          </a:xfrm>
          <a:prstGeom prst="rect">
            <a:avLst/>
          </a:prstGeom>
          <a:solidFill>
            <a:srgbClr val="111A2E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2569464"/>
            <a:ext cx="54864" cy="60350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2615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FOCUS: 0–100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pod; OLED mirrors live score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3264408"/>
            <a:ext cx="3794760" cy="603504"/>
          </a:xfrm>
          <a:prstGeom prst="rect">
            <a:avLst/>
          </a:prstGeom>
          <a:solidFill>
            <a:srgbClr val="111A2E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264408"/>
            <a:ext cx="54864" cy="6035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3310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BUZZ: &lt;ms&gt;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3557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 when gaze drifts or fatigue climbs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3959352"/>
            <a:ext cx="3794760" cy="603504"/>
          </a:xfrm>
          <a:prstGeom prst="rect">
            <a:avLst/>
          </a:prstGeom>
          <a:solidFill>
            <a:srgbClr val="111A2E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959352"/>
            <a:ext cx="54864" cy="6035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4005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/ PONG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492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8-second watchdog detects a silent pod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234440" y="292608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201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signal, different meaning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typing" means thinking if your eyes are on the screen, drifting if they're off it.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46888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371600"/>
                <a:gridCol w="1005840"/>
                <a:gridCol w="118872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typing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4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7000"/>
                      </a:srgb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 pause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8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7000"/>
                      </a:srgb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7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4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7000"/>
                      </a:srgb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Distracted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7000"/>
                      </a:srgb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Fatigued drift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7000"/>
                      </a:srgb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7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72642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4348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sub-scores · six states · weights shift in real time as the state machine flips.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234440" y="292608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201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Fatigue is a delta, not a snapshot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 typer isn't fatigued. Someone whose WPM fell 25% against their own baseline 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931920" cy="283464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54864" cy="28346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session baseline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seconds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lock in WPM, blink rate, eye-aspect ratio,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head pose — averaged across live samples.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window closes; every later sample is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that personal snapshot.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ramp: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20% WPM drop at 10 min is noise —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 min it's a real signal.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3931920" cy="283464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874520"/>
            <a:ext cx="54864" cy="2834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Fatigue = weighted delta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WPM drop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09560" y="2468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97316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24688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Backspace surge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9560" y="288036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97316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2880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anomaly (U)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09560" y="329184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97316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909560" y="32918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 droop (EAR)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09560" y="370332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97316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3703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Head-pitch drift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09560" y="411480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97316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4114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blink rates are weighted 1.5× — microsleep-adjacent staring is the dangerous direction.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234440" y="292608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201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Drift is different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design decisions separate Drift from a Pomodoro timer or a webcam proctor.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31920" cy="13258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1325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11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2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Privacy-first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frames never leave the browser. The pod has no WiFi. MediaPipe runs locally.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3931920" cy="13258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828800"/>
            <a:ext cx="54864" cy="13258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011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200" kern="0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57784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Personalized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7840" y="24231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baseline locks in the first 30–45 seconds. Every delta is measured against YOU.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3931920" cy="13258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37560"/>
            <a:ext cx="54864" cy="13258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204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200" kern="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37160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Context-aware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931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machine reclassifies pauses: thinking vs. reading vs. drifting vs. fatigued.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337560"/>
            <a:ext cx="3931920" cy="13258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337560"/>
            <a:ext cx="54864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5204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200" kern="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57784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Closed-loop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3931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 buzzes back. Hardware is part of the feedback — not just a score display.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234440" y="292608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201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off-the-shelf — the value is in the fusion.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solidFill>
            <a:srgbClr val="111A2E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54864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74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 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874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 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874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for the session timeline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solidFill>
            <a:srgbClr val="111A2E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14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 landmarks · EAR blink · yaw gaze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solidFill>
            <a:srgbClr val="111A2E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54680"/>
            <a:ext cx="54864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54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BRIDGE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3154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WebSerial API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Chromium-only, zero drivers, zero servers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solidFill>
            <a:srgbClr val="111A2E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794760"/>
            <a:ext cx="54864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794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FIRMWARE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/ ESP32-S3 C++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KY-037 · LDR · SSD1306 · piezo buzzer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72642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lines  </a:t>
            </a:r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 hooks and 3 components  ·  </a:t>
            </a:r>
            <a:pPr algn="ctr"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ESP32-S3 dev board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0"/>
            <a:ext cx="34747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4206240"/>
            <a:ext cx="347472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spc="800" kern="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on your eyes, so your work stays on your work.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2377440" cy="100584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834640"/>
            <a:ext cx="54864" cy="10058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demo laptop 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9000" y="2834640"/>
            <a:ext cx="2377440" cy="100584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834640"/>
            <a:ext cx="54864" cy="1005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StarkHacks 2026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2377440" cy="1005840"/>
          </a:xfrm>
          <a:prstGeom prst="rect">
            <a:avLst/>
          </a:prstGeom>
          <a:solidFill>
            <a:srgbClr val="111A2E"/>
          </a:solidFill>
          <a:ln w="635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834640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clive.rafiq@gmail.com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 — Cognitive Focus Tracker</dc:title>
  <dc:subject>PptxGenJS Presentation</dc:subject>
  <dc:creator>Clive Rafiq</dc:creator>
  <cp:lastModifiedBy>Clive Rafiq</cp:lastModifiedBy>
  <cp:revision>1</cp:revision>
  <dcterms:created xsi:type="dcterms:W3CDTF">2026-04-19T01:05:27Z</dcterms:created>
  <dcterms:modified xsi:type="dcterms:W3CDTF">2026-04-19T01:05:27Z</dcterms:modified>
</cp:coreProperties>
</file>